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PROJECT REPORT · 專題報告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ADAM — Antimicrobial Peptide
Prediction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DDDDDD"/>
                </a:solidFill>
                <a:latin typeface="Microsoft JhengHei"/>
              </a:rPr>
              <a:t>抗菌肽資料庫與預測平台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Dataset reconstruction, accuracy methodology, platform performance and interface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Microsoft JhengHei"/>
              </a:rPr>
              <a:t>資料集重建、準確度方法、平台效能與介面設計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Microsoft JhengHei"/>
              </a:rPr>
              <a:t>National Taiwan Ocean University · 國立台灣海洋大學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Contents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A2A2A"/>
                </a:solidFill>
                <a:latin typeface="Consolas"/>
              </a:rPr>
              <a:t>PART 1    Rebuilding the Dataset            負樣本資料集重建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onsolas"/>
              </a:rPr>
              <a:t>          why the negative set was wrong, and what fixing it changed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2A2A"/>
                </a:solidFill>
                <a:latin typeface="Consolas"/>
              </a:rPr>
              <a:t>PART 2    How Accuracy Is Measured          準確度如何計算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onsolas"/>
              </a:rPr>
              <a:t>          cross-validation, the confusion matrix, and the arithmetic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2A2A"/>
                </a:solidFill>
                <a:latin typeface="Consolas"/>
              </a:rPr>
              <a:t>PART 3    Platform &amp; Performance            平台與效能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onsolas"/>
              </a:rPr>
              <a:t>          load time, corrected figures, and silently broken elements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A2A2A"/>
                </a:solidFill>
                <a:latin typeface="Consolas"/>
              </a:rPr>
              <a:t>PART 4    Usability &amp; Interface Design      使用體驗與介面設計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6B6B6B"/>
                </a:solidFill>
                <a:latin typeface="Consolas"/>
              </a:rPr>
              <a:t>          live progress, the entry page rebuild, and layout repairs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Consola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Rebuilding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DDDDD"/>
                </a:solidFill>
                <a:latin typeface="Microsoft JhengHei"/>
              </a:rPr>
              <a:t>負樣本資料集重建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How better negative data fixed a problem that better models could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Microsoft JhengHei"/>
              </a:rPr>
              <a:t>更好的負樣本資料，解決了換模型也解決不了的問題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Problem With the Old Negative Set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舊負樣本資料集的問題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ADAM is a curated AMP database — ~99.5% of its rows are positives. It has no real non-AMP class of its own.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ADAM 是策展的抗菌肽資料庫——約 99.5% 的資料都是正樣本，本身沒有真正的非抗菌肽類別。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Old approach: fetch long proteins (20–800 aa), then cut random windows out of them to use as negatives.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舊做法：抓取長蛋白質（20–800 残基），再從中隨機截取片段當作負樣本。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Those fragments are artificial — arbitrary cut points, unnatural ends, not real biological peptides.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這些片段是人為的——切點隨機、頭尾不自然，並非真實存在的生物肽段。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Exclusion used only 5 UniProt keyword IDs — AMP families named only in the description slipped through.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排除條件僅使用 5 個 UniProt 關鍵字代碼——僅在描述中提及的抗菌肽家族會漏網。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The New Collection Query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新的負樣本收集條件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A2A2A"/>
                </a:solidFill>
                <a:latin typeface="Consolas"/>
              </a:rPr>
              <a:t>(reviewed:true)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3333"/>
                </a:solidFill>
                <a:latin typeface="Consolas"/>
              </a:rPr>
              <a:t>AND length:[5 TO 100]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3333"/>
                </a:solidFill>
                <a:latin typeface="Consolas"/>
              </a:rPr>
              <a:t>AND NOT (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3333"/>
                </a:solidFill>
                <a:latin typeface="Consolas"/>
              </a:rPr>
              <a:t>    antimicrobial OR antibacterial OR antifungal OR antiviral OR antibiotic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3333"/>
                </a:solidFill>
                <a:latin typeface="Consolas"/>
              </a:rPr>
              <a:t>    OR bacteriocin OR defensin OR cathelicidin OR lantibiotic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93333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length:[5 TO 100] fetches naturally short, real proteins — no artificial cutting needed.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length:[5 TO 100] 直接抓取天然短鏈的真實蛋白質——不需人為截斷。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9 free-text exclusion terms searched across all fields, not just the keyword tag.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9 個排除詞彙搜尋所有欄位，而非僅限於關鍵字標籤。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Result: 18,451 unique, genuinely non-antimicrobial peptide-length sequences.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結果：取得 18,451 條不重複、真正非抗菌的肽長度序列。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Retraining Results — All Models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重新訓練結果——全部模型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332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017520"/>
                <a:gridCol w="2194560"/>
              </a:tblGrid>
              <a:tr h="53035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Change 變化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—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+22 pts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88.1%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+6.3 pts</a:t>
                      </a:r>
                    </a:p>
                  </a:txBody>
                  <a:tcPr/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+4.0 pts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Stratified 5-Fold cross-validation. ESMC: 94.39% ± 0.34%   |   FLM: 95.40% ± 0.26%.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Microsoft JhengHei"/>
              </a:rPr>
              <a:t>採用分層 5 摺交叉驗證。ESMC：94.39% ± 0.34%；FLM：95.40% ± 0.26%。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  <a:latin typeface="Calibri"/>
              </a:rPr>
              <a:t>Only the training data changed — no model architecture or feature changes were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2A2A"/>
                </a:solidFill>
                <a:latin typeface="Microsoft JhengHei"/>
              </a:rPr>
              <a:t>僅更換了訓練資料——未修改任何模型架構或特徵。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THE HEADLINE RESULT · 關鍵成果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The Insulin B Case — Finally Correct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胰島素 B 鏈案例——終於正確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600200"/>
          <a:ext cx="101498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468880"/>
                <a:gridCol w="2560320"/>
              </a:tblGrid>
              <a:tr h="4724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ESMC variant tried 嘗試的版本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Insulin B score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Result 結果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2,500 samples + 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6,000 + physicochemical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6,000 embedding-only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SVM (RBF) classifier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0.719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Microsoft JhengHei"/>
                        </a:rPr>
                        <a:t>✗ Wrong 錯誤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Same model + NEW negative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0.106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✓ CORRECT 正確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7091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Calibri"/>
              </a:rPr>
              <a:t>Four rounds of model changes never fixed it. Better negative data fixed it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1206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Microsoft JhengHei"/>
              </a:rPr>
              <a:t>四輪模型調整都無法解決；換上更好的負樣本資料後立即解決。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3333"/>
                </a:solidFill>
                <a:latin typeface="Calibri"/>
              </a:rPr>
              <a:t>Root cause was data quality — not the classifier, not the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350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3333"/>
                </a:solidFill>
                <a:latin typeface="Microsoft JhengHei"/>
              </a:rPr>
              <a:t>根本原因是資料品質——而非分類器或特徵工程。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Verification on Known Test Peptides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已知測試肽段驗證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600200"/>
          <a:ext cx="9601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286000"/>
                <a:gridCol w="1645920"/>
              </a:tblGrid>
              <a:tr h="47548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Peptide 肽段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Expected 預期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ESMC score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Result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LL-37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0.9899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Magainin-2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0.9859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Insulin B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Non-AMP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0.1058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Glucagon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Non-AMP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0.0257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8016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Calibri"/>
              </a:rPr>
              <a:t>All four now correct — including both previously-failing negative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2A2A"/>
                </a:solidFill>
                <a:latin typeface="Microsoft JhengHei"/>
              </a:rPr>
              <a:t>四項全部正確——包含過去判斷錯誤的兩個陰性對照組。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Larger Training Sample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擴大訓練樣本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88720" y="1554480"/>
          <a:ext cx="97840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103120"/>
                <a:gridCol w="2011680"/>
              </a:tblGrid>
              <a:tr h="7010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ESMC configuration 設定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Samples 樣本數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Std. dev 標準差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Previous 舊版本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93.62%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± 0.78%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Updated 新版本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94.39%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± 0.34%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Accuracy rose 0.77 points, and fold-to-fold variance more than halved — the model is now measurably more stable.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準確度提升 0.77 個百分點，折間變異減少超過一半——模型穩定性明顯提高。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SVM was also raised to 12,000 samples but stayed at 83%: 20 composition features saturate long before this much data.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同步擴大至 12,000 筆但仍為 83%：20 維組成特徵早在資料量達此前已饱和。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HMM and FLM already train on the full dataset, so no cap applied to them.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HMM 與 FLM 原本即使用全部資料訓練，不受此上限影響。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Part 1 — Key Takeaways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第一部分——重點總結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Negative-sample quality mattered more than model choice, feature engineering, or training set size.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負樣本的品質，比模型選擇、特徵工程或訓練集大小都更重要。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Real peptide-length proteins are far better negatives than fragments cut out of long proteins.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真實的短鏈蛋白質，遠比從長蛋白質截取的片段更適合作為負樣本。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 broad, text-wide exclusion list beats a narrow keyword-ID filter for removing contamination.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全欄位、廣泛的排除詞清單，比窄義的關鍵字過濾更能避免污染。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problem was never hidden or hardcoded around — it was traced to its real source and fixed there.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我們從未隱蔽或寫死此問題——而是找出真正原因並從根本解決。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Consola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Accuracy Is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DDDDD"/>
                </a:solidFill>
                <a:latin typeface="Microsoft JhengHei"/>
              </a:rPr>
              <a:t>準確度如何計算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Every figure recomputed from the training logs and cached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Microsoft JhengHei"/>
              </a:rPr>
              <a:t>每一項數字皆由訓練紀錄與快取嵌入向量重新計算驗證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1 — What the Accuracy Is Measured 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步驟一——準確度是在什麼資料上計算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554480"/>
          <a:ext cx="9601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200400"/>
                <a:gridCol w="2651760"/>
              </a:tblGrid>
              <a:tr h="5715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Class 類別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Source 來源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Count 數量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AMP (positive 正樣本)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ADAM curated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25,990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Non-AMP (negative 負樣本)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UniProt Swiss-Prot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18,451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Total 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44,441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1148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Labels are binary: 1 = antimicrobial, 0 = not antimicrobial. Accuracy is the share of sequences the model assigns to the correct class.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標籤為二元：1 = 抗菌肽，0 = 非抗菌肽。準確度即模型判斷正確的序列比例。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classes are unbalanced (58% AMP / 42% Non-AMP), which is exactly why the split must preserve that ratio — see Step 2.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兩類別並不平衡（58% 對 42%），這正是分割資料時必須維持此比例的原因——見步驟二。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2 — Stratified 5-Fold Cross-Validation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步驟二——分層五摺交叉驗證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 single train/test split gives one number that depends on which sequences happened to land in the test set.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單一切分只能得到一個數字，而這個數字取決於哪些序列恰好落在測試集。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data is instead divided into 5 equal folds. The model trains on 4 and is tested on the 1 it has never seen; this repeats 5 times.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改將資料分為五等份，模型以四份訓練、在未見過的一份上測試，共重複五次。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"Stratified" means every fold keeps the same 58/42 class ratio as the whole dataset, so no fold is accidentally easier.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「分層」指每一摺都維持與全體相同的 58/42 類別比例，避免某一摺碰巧較簡單。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Every sequence is therefore used for validation exactly once, and never appears in training and testing at the same time.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因此每條序列恰好被驗證一次，且絕不同時出現於訓練與測試。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48056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2A2A"/>
                </a:solidFill>
                <a:latin typeface="Consolas"/>
              </a:rPr>
              <a:t>ESMC embedding sample     N = 12,000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C93333"/>
                </a:solidFill>
                <a:latin typeface="Consolas"/>
              </a:rPr>
              <a:t>per fold:  train = 12,000 x 4/5 = 9,600      validate = 12,000 x 1/5 = 2,400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onsolas"/>
              </a:rPr>
              <a:t>5 folds x 2,400 validated = 12,000  -&gt; every sample checked exactly once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ONE VALIDATION FOLD · 單一驗證摺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Step 3 — Counting Correct and Incorrect Calls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步驟三——統計正確與錯誤的判斷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37360" y="1600200"/>
          <a:ext cx="8686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Predicted AMP 預測為 AMP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Predicted Non-AMP 預測為非 AMP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Actually AMP 實為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TP = 1,348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FN = 55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Actually Non-AMP 實為非 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FP = 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TN = 901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37360" y="41148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6B6B6B"/>
                </a:solidFill>
                <a:latin typeface="Consolas"/>
              </a:rPr>
              <a:t>TP  true positives   - antimicrobial peptides correctly identified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6B6B6B"/>
                </a:solidFill>
                <a:latin typeface="Consolas"/>
              </a:rPr>
              <a:t>TN  true negatives   - non-antimicrobial peptides correctly rejected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93333"/>
                </a:solidFill>
                <a:latin typeface="Consolas"/>
              </a:rPr>
              <a:t>FP  false positives  - not antimicrobial, but predicted antimicrobial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C93333"/>
                </a:solidFill>
                <a:latin typeface="Consolas"/>
              </a:rPr>
              <a:t>FN  false negatives  - antimicrobial, but missed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A2A2A"/>
                </a:solidFill>
                <a:latin typeface="Consolas"/>
              </a:rPr>
              <a:t>total validated in this fold = 1,348 + 55 + 96 + 901 = 2,400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4 — The Calculation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步驟四——實際計算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A2A2A"/>
                </a:solidFill>
                <a:latin typeface="Consolas"/>
              </a:rPr>
              <a:t>Accuracy   = (TP + TN) / N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           = (1,348 + 901) / 2,400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           = 2,249 / 2,400   =  0.9371   =  93.71 %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Precision  = TP / (TP + FP)  =  1,348 / (1,348 + 96)   =  1,348 / 1,444  =  0.9335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      of everything called AMP, 93.35 % really was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Recall     = TP / (TP + FN)  =  1,348 / (1,348 + 55)   =  1,348 / 1,403  =  0.9608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      of all real AMPs present, 96.08 % were found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>F1         = 2PR / (P + R)   =  2(0.9335)(0.9608) / (0.9335 + 0.9608)  =  0.9470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Microsoft JhengHei"/>
              </a:rPr>
              <a:t>驗證：sklearn 的 accuracy_score 回傳 0.9371，與手算結果完全一致。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Step 5 — Averaging the Five Folds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步驟五——平均五摺結果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08760"/>
          <a:ext cx="10332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F1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F3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F4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F5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Mean 平均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94.39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95.40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70332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mean = (0.9392 + 0.9467 + 0.9429 + 0.9421 + 0.9487) / 5  =  0.9439  =  94.39 %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A2A2A"/>
                </a:solidFill>
                <a:latin typeface="Consolas"/>
              </a:rPr>
              <a:t>std  = sqrt( SUM (x - mean)^2 / 5 )  =  0.0034  =  0.34 %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6B6B6B"/>
                </a:solidFill>
                <a:latin typeface="Consolas"/>
              </a:rPr>
              <a:t>       the spread between folds - small std means the result is not luck</a:t>
            </a:r>
          </a:p>
          <a:p>
            <a:pPr>
              <a:spcAft>
                <a:spcPts val="600"/>
              </a:spcAft>
            </a:pPr>
            <a:r>
              <a:rPr sz="1450" b="0">
                <a:solidFill>
                  <a:srgbClr val="2A2A2A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2E7D32"/>
                </a:solidFill>
                <a:latin typeface="Consolas"/>
              </a:rPr>
              <a:t>FLM:   mean = 95.40 %     std = 0.26 %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Results — All Four Models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結果——四個模型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2194560"/>
                <a:gridCol w="3200400"/>
              </a:tblGrid>
              <a:tr h="51206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Model 模型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Std 標準差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Microsoft JhengHei"/>
                        </a:rPr>
                        <a:t>Method 方法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FLM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95.40%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± 0.26%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Stratified 5-fold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ESMC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94.39%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Consolas"/>
                        </a:rPr>
                        <a:t>± 0.34%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Microsoft JhengHei"/>
                        </a:rPr>
                        <a:t>Stratified 5-fold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Held-out split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HMM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Consola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latin typeface="Microsoft JhengHei"/>
                        </a:rPr>
                        <a:t>Held-out split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4348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These weights also drive the Ensemble page: each model's vote is weighted by the accuracy measured here.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這些數字同時決定集成預測的權重：每個模型的投票依此處量測的準確度加權。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SVM and HMM use a single held-out split because their training is cheap but their ceiling is low — 20 composition features saturate quickly.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與 HMM 採單一保留集，因其訓練成本低但上限也低——僅 20 維組成特徵很快饱和。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HONEST REPORTING · 如實回報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A Contamination We Found and Measured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我們發現並量測的一項污染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216 sequences (0.49% of unique sequences) appear in BOTH sets — recorded as antimicrobial in ADAM and also drawn into the UniProt negative set.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有 216 條序列（占獨特序列的 0.49%）同時出現於兩邊——在 ADAM 被記為抗菌肽，也被抓進 UniProt 負樣本。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model is therefore shown the same sequence labelled both ways, which can only cost it accuracy.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模型因此會看到同一條序列被標為兩種類別，這只會拉低準確度。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11680" y="3886200"/>
          <a:ext cx="8138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2743200"/>
              </a:tblGrid>
              <a:tr h="4876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ESMC measurement 量測方式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Accuracy 準確度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As reported (contradictions kept) 保留矛盾樣本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onsolas"/>
                        </a:rPr>
                        <a:t>94.39% ± 0.34%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Contradictions removed 移除矛盾樣本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94.92% ± 0.46%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1168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The reported figure is therefore conservative by about 0.5 points — it understates, not overstates.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因此所報數字偏保守約 0.5 個百分點——是低估而非高估。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What These Numbers Do and Do Not Claim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這些數字代表與不代表什麼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They are averages over held-out data, so they describe expected behaviour on sequences resembling the training distribution.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這些是在未見資料上的平均值，描述的是面對類似訓練分布的序列時的預期表現。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They do not guarantee any individual prediction. A 94% model is wrong on roughly 1 sequence in 17.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它不保證任何單一預測。準確度 94% 的模型，平均每 17 條就有一條判斷錯誤。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Short peptides remain a known weak spot: the training data is roughly 11:1 AMP-biased in the 11–20 residue band.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短肽仍是已知弱點：在 11–20 殘基區間，訓練資料約為 11:1 偏向抗菌肽。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This is why the Ensemble page exists — four models voting cover each other's individual blind spots.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這正是集成預測存在的原因——四個模型互相投票，彌補彼此的盲點。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Consola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Platform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DDDDD"/>
                </a:solidFill>
                <a:latin typeface="Microsoft JhengHei"/>
              </a:rPr>
              <a:t>平台與效能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Faster loading, corrected figures, and repairs to elements that were silently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Microsoft JhengHei"/>
              </a:rPr>
              <a:t>提升載入速度、修正錯誤數據，並修復默默失效的元件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Performance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效能改善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1920240"/>
              </a:tblGrid>
              <a:tr h="594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Metric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Change 變化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Initial JavaScript bundle 初始包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639.8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269.3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−58%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Compressed (gzip) 壓縮後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175.5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82.4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−53%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Google Fonts requests 字型請求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13 × @import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 × &lt;link&gt;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−12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Routes are now loaded on demand, so opening the homepage no longer downloads the search, clustering and prediction pages.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頁面改為按需載入，進入首頁時不再一併下載搜尋、分群與預測頁面。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Fonts were loaded by @import inside injected stylesheets, which the browser cannot even discover until React mounts. A plain &lt;link&gt; starts them during HTML parsing.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字型原本以 @import 寫在動態樣式中，瀏覽器必須等 React 挂載後才能發現；改用 &lt;link&gt; 則在解析 HTML 時即開始載入。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DATA ACCURACY · 資料正確性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Corrected Figures Shown to Users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修正對外顯示的錯誤數據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002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468880"/>
                <a:gridCol w="2468880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Figure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Displayed 原顯示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Actual 實際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Peptide entries 肽筆數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6,248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26,788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Unique sequences 獨特序列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3,891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26,784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Organism sources 來源物種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4,038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Activity classes 活性分類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61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Search page count 搜尋頁筆數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12,535+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onsolas"/>
                        </a:rPr>
                        <a:t>26,788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All five were hard-coded text that had drifted from the dataset — understating it by up to 28×.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這五項皆為寫死的文字，已與實際資料脱節，最多低估達 28 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15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Calibri"/>
              </a:rPr>
              <a:t>Now served from a /api/stats endpoint computed from the database, so they cannot go stale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80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Microsoft JhengHei"/>
              </a:rPr>
              <a:t>現改由 /api/stats 由資料庫即時計算，不會再次过時。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Interface Elements That Were Silently Broken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默默失效的介面元件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Invisible content: fade-in sections start fully transparent, so anything the scroll observer missed never appeared at all. The homepage module grid rendered as an empty grey block.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內容消失：淡入區塊初始為完全透明，若滾動監測漏接，內容將永不顯示。首頁功能區曾因此顯示為空白塊。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An undefined colour variable left the search icon with no stroke and the result-count badge with no background — white text on white.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未定義的顏色變數，導致搜尋圖示沒有線條、結果筆數標記沒有背景——白底白字。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On phones the Clustering List, Prediction System and Help links were hidden with no menu to replace them — those pages were unreachable.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手機版中「分群清單」「預測系統」「說明」連結被隱藏且無替代選單——這些頁面無法進入。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 folder name typed in the wrong case built fine on Windows but would fail on any Linux server — i.e. on deployment.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資料夾名稱大小寫錯誤，在 Windows 可正常建置，但在 Linux 伺服器上會失敗——即部署時。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CSV export did not quote fields, so a peptide name containing a comma shifted every following column.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CSV 匯出未加引號，若肽名稱含逗號，後續欄位全數錯位。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New Interface Affordances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新增介面功能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Model accuracy now appears on each selection card. The page asks users to choose a model but previously showed no accuracy at all.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模型選擇卡片現已顯示準確度。該頁要求使用者選擇模型，過去卻完全未提供準確度。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Probabilities render as percentages with a confidence bar, so a long result table can be read at a glance.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機率值改以百分比搭配信心條顯示，長表格可一眼讀完。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Bars are deliberately not shown for SVM and HMM: those emit unbounded scores, and a proportional bar would imply a ceiling that does not exist.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SVM 與 HMM 刻意不顯示條狀圖：其分數無上下界，比例條會暮示一個不存在的上限。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Non-standard residues are flagged as you type, instead of being stripped server-side and scored as a different sequence.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非標準殘基在輸入時即標示，不再被伺服器默默移除並以不同序列計分。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METHOD · 驗證方法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How the Design Was Protected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如何確保設計未被改變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Every page was screenshotted before and after each change and compared by checksum, so any unintended visual difference would show up immediately.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每項修改前後均對所有頁面截圖並以摸集碼比對，任何非預期的視覺差異都會立即現形。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four prediction pages were merged into one shared component (1,232 lines → 497). The merged pages hashed byte-for-byte identical to the originals.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四個預測頁面整合為單一元件（1,232 行 → 497 行）。整合後的頁面摸集碼與原版完全相同。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Colours and typography were left untouched throughout; only elements that were broken or missing information were changed.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全程未更動任何顏色與字體；僅修正已損壞或資訊缺失的元件。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Six pages verified pixel-identical after refactoring — the design is provably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Microsoft JhengHei"/>
              </a:rPr>
              <a:t>六個頁面經驗證像素完全一致——設計可證明未遭更動。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Consolas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Usability &amp; 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DDDDD"/>
                </a:solidFill>
                <a:latin typeface="Microsoft JhengHei"/>
              </a:rPr>
              <a:t>使用體驗與介面設計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  <a:latin typeface="Calibri"/>
              </a:rPr>
              <a:t>Telling users what is happening, and putting the sequence back at the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Microsoft JhengHei"/>
              </a:rPr>
              <a:t>讓使用者知道系統正在做什麼，並將序列重新置於核心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Why Progress Was Needed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為何需要進度顯示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ESMC takes about 3 seconds per sequence and FLM up to 10. A batch of twenty could run for minutes.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ESMC 每條序列約需 3 秒，FLM 最多達 10 秒。一次上傳二十條可能要跑幾分鐘。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page showed only a spinner: no count, no estimate, and no results until every sequence had finished.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畫面只有一個旋轉圖示：沒有筆數、沒有估計時間，也要等全部跑完才有結果。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 long run was indistinguishable from a page that had simply stopped responding.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長時間運行與畫面卡住，從使用者角度完全看不出差別。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NOT AN ANIMATION · 非僅是動畫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Progress That Reflects Real Work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反映真實進度的顯示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Sequences are now submitted one at a time, so each reply is one sequence genuinely finished — the bar tracks work, not a timer.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序列改為逐條送出，每一個回應就是一條真正完成——進度條反映實際工作量，而非計時器。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Remaining time is extrapolated from how long this run has actually taken, so it self-corrects as the model warms up.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剩餘時間由本次實際耗時推算，模型預熱後會自動修正。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Results appear row by row as they complete, with the AMP / Non-AMP counts updating live.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結果逐列出現，抗菌肽／非抗菌肽的統計同步更新。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A Stop button ends a long run and keeps every result already computed.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「停止」按鈕可中斷長時間運行，並保留已算出的所有結果。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Measured on a 6-sequence run: estimate converged 44s → 23s → 12s → 7s → 3s as it progressed.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JhengHei"/>
              </a:rPr>
              <a:t>以 6 條序列實測：預估時間隨進度收斂 44 → 23 → 12 → 7 → 3 秒。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Peptide Entry Page — Rebuilt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肽資料頁——重新打造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Measure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Page height 頁面高度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2,536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1,514 px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Rows displayed 顯示列數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21 (16 empty 空白)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5 (empties hidden)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Design language 設計語彙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utility defaults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matches site 與全站一致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114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This page is where every search and cluster click lands, yet it was the least designed page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26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所有搜尋與分群點擊最終都會進入此頁，它卻是全站設計最薄弱的一頁。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Calibri"/>
              </a:rPr>
              <a:t>It also used a teal label colour that appears nowhere else in the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Microsoft JhengHei"/>
              </a:rPr>
              <a:t>該頁還使用了一種全站其他地方都沒有的青綠色標籤。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What the Entry Page Gained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肽資料頁新增了什麼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sequence now leads the page — monospace, grouped in tens as sequence databases print it, with residue count and net charge.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序列成為頁面主角——等寬字體、每十個殘基分組（序列資料庫的慣例），並附殘基數與淨電荷。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Copy FASTA, and a Predict activity button that hands the sequence straight to the Ensemble page pre-filled.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可複製 FASTA，並新增「預測活性」按鈕，直接將序列帶入集成預測頁。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Identifiers became real links — PDB to RCSB, UniProt to UniProt, PubMed to NCBI. They were plain text before.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識別碼改為真實連結——PDB 連 RCSB、UniProt 連 UniProt、PubMed 連 NCBI；過去僅是純文字。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Empty fields collapse behind a toggle instead of padding the page with two thirds "N/A".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空白欄位收入展開選項，不再用三分之二的「N/A」填滿版面。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reference reads as a citation rather than four disconnected rows.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參考文獻以引文格式呈現，而非四個零散欄位。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LAYOUT BUG · 版面缺陷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Search Results — Column Alignment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搜尋結果——欄位對齊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Metadata columns shifted position from row to row, and long taxonomy strings ran off the edge of the card.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各列的欄位位置逐列跡動，較長的分類字串還會超出卡片邊界。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Cause: a 1fr grid track will not shrink below its content, so one long value widened its own column and pushed the rest out of line — which also stopped the existing truncation rule from ever taking effect.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原因：1fr 網格欄不會縮小至小於內容，因此單一長值擐寬自己的欄位並擠亂其他欄，也使原本的截斷規則完全失效。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Result: the Length column now sits at the identical position on every row, and no value overflows its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Microsoft JhengHei"/>
              </a:rPr>
              <a:t>結果：長度欄位在每一列都位於相同位置，且沒有任何數值溢出卡片。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Overall Summary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全文總結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Data quality, not model architecture, was the limiting factor. Rebuilding the negative set raised every learned model and fixed a case four rounds of model changes could not.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限制效能的是資料品質而非模型架構。重建負樣本提升了所有學習型模型，並解決了四輪模型調整都無法解決的案例。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Accuracy is reported from stratified 5-fold cross-validation with the arithmetic shown, and a contamination that works against the figure is disclosed rather than hidden.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準確度以分層五摺交叉驗證得出並公開計算過程，並主動揭露一項會拉低數字的資料污染。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platform loads roughly twice as fast, and five publicly displayed figures that were wrong are now computed from the database.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平台載入速度約提升一倍，五項對外顯示的錯誤數據現已改由資料庫計算。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Several interface elements were failing silently — invisible content, an unreachable mobile menu, and a build that would break on deployment.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多項介面元件原本默默失效——內容隱形、手機選單無法進入，以及部署時會失敗的建置。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Throughout, findings were verified before being reported — by recomputation, by checksum comparison, or by running the system end to end.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全程所有發現皆先驗證再回報——透過重算、摸集碼比對，或端到端實際執行。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