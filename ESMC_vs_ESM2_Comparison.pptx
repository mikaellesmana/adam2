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3333"/>
                </a:solidFill>
                <a:latin typeface="Microsoft JhengHei"/>
              </a:rPr>
              <a:t>MODEL COMPARISON · 模型比較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Fine-tuning ESMC vs ESM-2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 i="0">
                <a:solidFill>
                  <a:srgbClr val="DDDDDD"/>
                </a:solidFill>
                <a:latin typeface="Microsoft JhengHei"/>
              </a:rPr>
              <a:t>微調 ESMC 與 ESM-2 的比較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AAAA"/>
                </a:solidFill>
                <a:latin typeface="Calibri"/>
              </a:rPr>
              <a:t>Why the 7.5M-parameter model beats the 333M one — and what that actually proves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9884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  <a:latin typeface="Microsoft JhengHei"/>
              </a:rPr>
              <a:t>為何 750 萬參數的模型會勝過 3.3 億參數的模型——以及這真正證明了什麼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ADAM — Antimicrobial Peptide Database Portal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The Observation That Prompted This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引發本實驗的觀察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554480"/>
          <a:ext cx="9418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3440"/>
                <a:gridCol w="2377440"/>
                <a:gridCol w="2377440"/>
              </a:tblGrid>
              <a:tr h="6096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Model 模型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Parameters 參數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Accuracy 準確度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400">
                          <a:latin typeface="Microsoft JhengHei"/>
                        </a:rPr>
                        <a:t>ESMC  (frozen 凍結)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onsolas"/>
                        </a:rPr>
                        <a:t>333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onsolas"/>
                        </a:rPr>
                        <a:t>94.84%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FLM = ESM-2 (fine-tuned 微調)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onsolas"/>
                        </a:rPr>
                        <a:t>7.5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onsolas"/>
                        </a:rPr>
                        <a:t>95.40%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3657600"/>
            <a:ext cx="10424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The smaller model wins. At face value that suggests ESM-2 is simply the better architecture.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較小的模型勝出。表面上看似表示 ESM-2 是更好的架構。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But the two were not trained the same way: ESMC is used frozen, with only a classifier head fitted on fixed embeddings, while ESM-2 is fine-tuned end to end.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但兩者的訓練方式不同：ESMC 被凍結使用，僅在固定嵌入上訓練分類頭；而 ESM-2 是端到端微調。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So the comparison measures frozen-versus-fine-tuned, not ESMC-versus-ESM-2. This deck isolates the real variable.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因此該比較測量的是「凍結 vs 微調」，而非「ESMC vs ESM-2」。本簡報將針對真正的變因進行隔離。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The Two Models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兩個模型的規格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508760"/>
          <a:ext cx="1051559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3657600"/>
                <a:gridCol w="3108960"/>
              </a:tblGrid>
              <a:tr h="502920">
                <a:tc>
                  <a:txBody>
                    <a:bodyPr/>
                    <a:lstStyle/>
                    <a:p/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ESMC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ESM-2 (FLM)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latin typeface="Microsoft JhengHei"/>
                        </a:rPr>
                        <a:t>Checkpoint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onsolas"/>
                        </a:rPr>
                        <a:t>Synthyra/ESMplusplus_small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onsolas"/>
                        </a:rPr>
                        <a:t>facebook/esm2_t6_8M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latin typeface="Microsoft JhengHei"/>
                        </a:rPr>
                        <a:t>Parameters 參數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onsolas"/>
                        </a:rPr>
                        <a:t>332,997,184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onsolas"/>
                        </a:rPr>
                        <a:t>7,512,443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latin typeface="Microsoft JhengHei"/>
                        </a:rPr>
                        <a:t>Transformer blocks 層數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onsolas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onsolas"/>
                        </a:rPr>
                        <a:t>6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latin typeface="Microsoft JhengHei"/>
                        </a:rPr>
                        <a:t>Embedding width 維度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onsolas"/>
                        </a:rPr>
                        <a:t>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onsolas"/>
                        </a:rPr>
                        <a:t>320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latin typeface="Microsoft JhengHei"/>
                        </a:rPr>
                        <a:t>Used in ADAM 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onsolas"/>
                        </a:rPr>
                        <a:t>frozen 凍結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onsolas"/>
                        </a:rPr>
                        <a:t>fine-tuned 微調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2A2A"/>
                </a:solidFill>
                <a:latin typeface="Calibri"/>
              </a:rPr>
              <a:t>ESMC carries 44.3x more parameters and is the newer family — but size is only an advantage if there is enough data to train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2A2A"/>
                </a:solidFill>
                <a:latin typeface="Microsoft JhengHei"/>
              </a:rPr>
              <a:t>ESMC 的參數是其 44.3 倍，且屬更新的模型家族——但參數量僅在資料足夠時才是優勢。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1100" b="1">
                <a:solidFill>
                  <a:srgbClr val="E84545"/>
                </a:solidFill>
                <a:latin typeface="Microsoft JhengHei"/>
              </a:rPr>
              <a:t>MEASURED ON THIS CPU · 本機實測</a:t>
            </a:r>
          </a:p>
          <a:p>
            <a:pPr algn="l"/>
            <a:r>
              <a:rPr sz="2300" b="1">
                <a:solidFill>
                  <a:srgbClr val="FFFFFF"/>
                </a:solidFill>
              </a:rPr>
              <a:t>What Fine-Tuning Each One Costs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微調兩者的實際成本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00200"/>
          <a:ext cx="10332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011680"/>
                <a:gridCol w="1920240"/>
                <a:gridCol w="1828800"/>
              </a:tblGrid>
              <a:tr h="59436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Strategy 策略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Trainable 可訓練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s / sequence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vs ESM-2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>
                          <a:latin typeface="Microsoft JhengHei"/>
                        </a:rPr>
                        <a:t>ESM-2 full fine-tune 全模型微調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onsolas"/>
                        </a:rPr>
                        <a:t>7.5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onsolas"/>
                        </a:rPr>
                        <a:t>0.084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onsolas"/>
                        </a:rPr>
                        <a:t>1x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>
                          <a:latin typeface="Microsoft JhengHei"/>
                        </a:rPr>
                        <a:t>ESMC last-2-block 僅後兩層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onsolas"/>
                        </a:rPr>
                        <a:t>22.1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onsolas"/>
                        </a:rPr>
                        <a:t>1.005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onsolas"/>
                        </a:rPr>
                        <a:t>12x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93333"/>
                          </a:solidFill>
                          <a:latin typeface="Microsoft JhengHei"/>
                        </a:rPr>
                        <a:t>ESMC full fine-tune 全模型微調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93333"/>
                          </a:solidFill>
                          <a:latin typeface="Consolas"/>
                        </a:rPr>
                        <a:t>333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93333"/>
                          </a:solidFill>
                          <a:latin typeface="Consolas"/>
                        </a:rPr>
                        <a:t>16.183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93333"/>
                          </a:solidFill>
                          <a:latin typeface="Consolas"/>
                        </a:rPr>
                        <a:t>193x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20624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A2A2A"/>
                </a:solidFill>
                <a:latin typeface="Consolas"/>
              </a:rPr>
              <a:t>Projected for a 5-fold protocol on 12,000 sequences: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A2A2A"/>
                </a:solidFill>
                <a:latin typeface="Consolas"/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E7D32"/>
                </a:solidFill>
                <a:latin typeface="Consolas"/>
              </a:rPr>
              <a:t>   ESM-2  full fine-tune        ~3 hours      - actually run, 5 folds + refit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A2A2A"/>
                </a:solidFill>
                <a:latin typeface="Consolas"/>
              </a:rPr>
              <a:t>   ESMC   last-2-block           ~52 hours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C93333"/>
                </a:solidFill>
                <a:latin typeface="Consolas"/>
              </a:rPr>
              <a:t>   ESMC   full fine-tune        ~539 hours    - 22 days, not feasible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1100" b="1">
                <a:solidFill>
                  <a:srgbClr val="E84545"/>
                </a:solidFill>
                <a:latin typeface="Microsoft JhengHei"/>
              </a:rPr>
              <a:t>CONTROLLED PILOT · 對照實驗</a:t>
            </a:r>
          </a:p>
          <a:p>
            <a:pPr algn="l"/>
            <a:r>
              <a:rPr sz="2300" b="1">
                <a:solidFill>
                  <a:srgbClr val="FFFFFF"/>
                </a:solidFill>
              </a:rPr>
              <a:t>Isolating the Real Variable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隔離真正的變因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Comparing ESMC to FLM directly confounds three things at once: the architecture, frozen-versus-fine-tuned, and 12,000 training samples against 44,441.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直接比較 ESMC 與 FLM 會同時混淆三個因素：架構、凍結與微調、以及 12,000 對 44,441 的訓練樣本數。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The pilot removes all of them but one: the SAME 6,000 sequences, the SAME 80/20 split, the SAME model. Only the training strategy differs.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本實驗排除其他所有因素：相同的 6,000 條序列、相同的 80/20 切分、相同的模型。僅訓練策略不同。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Full fine-tuning being infeasible at 539 hours, the last two of ESMC's 30 transformer blocks were unfrozen — 22.1 M trainable parameters.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因全模型微調需 539 小時不可行，改為解凍 ESMC 30 層中的最後兩層——可訓練參數 2,210 萬。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7091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A2A2A"/>
                </a:solidFill>
                <a:latin typeface="Consolas"/>
              </a:rPr>
              <a:t>Arm 1   frozen ESMC embeddings + SVM head     &lt;- the current approach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A2A2A"/>
                </a:solidFill>
                <a:latin typeface="Consolas"/>
              </a:rPr>
              <a:t>Arm 2   ESMC with its last 2 blocks unfrozen  &lt;- the thing being tested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Consolas"/>
              </a:rPr>
              <a:t>        6,000 sequences  |  4,800 train / 1,200 test  |  identical split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1100" b="1">
                <a:solidFill>
                  <a:srgbClr val="E84545"/>
                </a:solidFill>
                <a:latin typeface="Microsoft JhengHei"/>
              </a:rPr>
              <a:t>THE HEADLINE · 關鍵結果</a:t>
            </a:r>
          </a:p>
          <a:p>
            <a:pPr algn="l"/>
            <a:r>
              <a:rPr sz="2300" b="1">
                <a:solidFill>
                  <a:srgbClr val="FFFFFF"/>
                </a:solidFill>
              </a:rPr>
              <a:t>Result — Fine-Tuning ESMC Made It Worse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結果——微調 ESMC 反而變差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463040" y="1645920"/>
          <a:ext cx="92354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3200400"/>
              </a:tblGrid>
              <a:tr h="6096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Arm 組別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Accuracy 準確度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Frozen embeddings + SVM head 凍結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onsolas"/>
                        </a:rPr>
                        <a:t>95.08%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93333"/>
                          </a:solidFill>
                          <a:latin typeface="Microsoft JhengHei"/>
                        </a:rPr>
                        <a:t>Last-2-block fine-tune 微調後兩層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93333"/>
                          </a:solidFill>
                          <a:latin typeface="Consolas"/>
                        </a:rPr>
                        <a:t>93.50%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463040" y="3749039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3333"/>
                </a:solidFill>
                <a:latin typeface="Calibri"/>
              </a:rPr>
              <a:t>− 1.58 percentage points. Identical data, identical split — only the strategy 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187952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3333"/>
                </a:solidFill>
                <a:latin typeface="Microsoft JhengHei"/>
              </a:rPr>
              <a:t>下降 1.58 個百分點。資料與切分完全相同——僅策略改變。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424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Fine-tuning a 333 M model is not merely expensive here — it actively costs accuracy.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在此條件下，微調 3.3 億參數的模型不僅是成本高，而是真的會降低準確度。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Why It Failed — Overfitting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失敗原因——過度擬合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A2A2A"/>
                </a:solidFill>
                <a:latin typeface="Consolas"/>
              </a:rPr>
              <a:t>training loss   epoch 1 : 0.4392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E7D32"/>
                </a:solidFill>
                <a:latin typeface="Consolas"/>
              </a:rPr>
              <a:t>                epoch 2 : 0.1743     &lt;- loss kept falling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C93333"/>
                </a:solidFill>
                <a:latin typeface="Consolas"/>
              </a:rPr>
              <a:t>test accuracy           : 93.50%     &lt;- but accuracy fell too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A2A2A"/>
                </a:solidFill>
                <a:latin typeface="Consolas"/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Consolas"/>
              </a:rPr>
              <a:t>that gap is the signature of memorising rather than generalising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94560" y="3566160"/>
          <a:ext cx="777239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2011680"/>
                <a:gridCol w="2011680"/>
              </a:tblGrid>
              <a:tr h="57912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Class 類別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Precision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Recall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300">
                          <a:latin typeface="Microsoft JhengHei"/>
                        </a:rPr>
                        <a:t>Non-AMP 非抗菌肽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onsolas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onsolas"/>
                        </a:rPr>
                        <a:t>0.86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300">
                          <a:latin typeface="Microsoft JhengHei"/>
                        </a:rPr>
                        <a:t>AMP 抗菌肽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onsolas"/>
                        </a:rPr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onsolas"/>
                        </a:rPr>
                        <a:t>0.99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4864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2A2A"/>
                </a:solidFill>
                <a:latin typeface="Calibri"/>
              </a:rPr>
              <a:t>22.4 M trainable parameters against 4,800 training sequences — about 4,600 parameters per example.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7044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2A2A"/>
                </a:solidFill>
                <a:latin typeface="Microsoft JhengHei"/>
              </a:rPr>
              <a:t>2,240 萬個可訓練參數對應 4,800 條訓練序列——每筆資料約 4,600 個參數。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The Answer to the Original Question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回答最初的問題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ESM-2 does not beat ESMC because it is the better architecture. It wins because at 7.5 M parameters it is small enough that 43,933 labelled sequences can genuinely constrain it.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ESM-2 勝出並非因為架構更好，而是因為其 750 萬參數足夠小，43,933 條標註序列足以有效約束它。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ESMC at 333 M cannot be fine-tuned on this dataset without overfitting — demonstrated, not assumed.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ESMC 的 3.3 億參數無法在此資料集上微調而不過度擬合——這是實證結果，非假設。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Using a large model frozen, with a small head on top, is the textbook-correct choice when labelled data is limited. The existing architecture was already right.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在標註資料有限時，將大模型凍結並搭配小分類頭，正是教科書的正確做法。現有架構本就是對的。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The pilot found no improvement — it produced evidence that the current design is the appropriate one, which is more defensible than an untested assumption.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本實驗未找到改善——但它提供了「現有設計是正確選擇」的證據，這比未經檢驗的假設更站得住腳。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Where Each Model Earns Its Place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各模型的定位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554480"/>
          <a:ext cx="10332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03120"/>
                <a:gridCol w="3291840"/>
                <a:gridCol w="2377440"/>
              </a:tblGrid>
              <a:tr h="475488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Model 模型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Accuracy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Strategy 策略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Speed 速度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FLM (ESM-2)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95.40%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fine-tuned 微調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&lt; 10 s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ESMC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94.84%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frozen + SVM 凍結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~3 s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latin typeface="Microsoft JhengHei"/>
                        </a:rPr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onsolas"/>
                        </a:rPr>
                        <a:t>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Microsoft JhengHei"/>
                        </a:rPr>
                        <a:t>composition 組成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onsolas"/>
                        </a:rPr>
                        <a:t>&lt; 1 s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latin typeface="Microsoft JhengHei"/>
                        </a:rPr>
                        <a:t>HMM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onsolas"/>
                        </a:rPr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Microsoft JhengHei"/>
                        </a:rPr>
                        <a:t>log-odds 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onsolas"/>
                        </a:rPr>
                        <a:t>&lt; 1 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25196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Both language models stay in the system. They fail on different sequences, which is precisely what makes the weighted ensemble worth having.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兩個語言模型都保留於系統中。它們在不同序列上出錯，這正是加權集成有價值的原因。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ESMC also remains far cheaper to iterate on: its embeddings are computed once and cached, so a new classifier head takes seconds rather than hours.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ESMC 的迭代成本也低得多：嵌入向量僅計算一次並快取，更換分類頭僅需數秒而非數小時。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