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3333"/>
                </a:solidFill>
                <a:latin typeface="Microsoft JhengHei"/>
              </a:rPr>
              <a:t>USABILITY UPDATE · 使用體驗更新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Live Progress &amp; Entry Page Redesign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DDDDDD"/>
                </a:solidFill>
                <a:latin typeface="Microsoft JhengHei"/>
              </a:rPr>
              <a:t>即時進度顯示與肽資料頁重新設計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AA"/>
                </a:solidFill>
                <a:latin typeface="Calibri"/>
              </a:rPr>
              <a:t>Telling users what is happening, and putting the sequence back at the centre of the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Microsoft JhengHei"/>
              </a:rPr>
              <a:t>讓使用者知道系統正在做什麼，並將序列重新置於頁面核心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ADAM — Antimicrobial Peptide Database Portal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Why Progress Was Needed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為何需要進度顯示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ESMC takes about 3 seconds per sequence and FLM up to 10. A batch of twenty could run for minutes.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ESMC 每條序列約需 3 秒，FLM 最多達 10 秒。一次上傳二十條可能要跑幾分鐘。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The page showed only a spinner: no count, no estimate, and no results until every sequence had finished.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畫面只有一個旋轉圖示：沒有筆數、沒有估計時間，也要等全部跑完才有結果。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A long run was indistinguishable from a page that had simply stopped responding.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長時間運行與畫面卡住，從使用者角度完全看不出差別。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1100" b="1">
                <a:solidFill>
                  <a:srgbClr val="E84545"/>
                </a:solidFill>
                <a:latin typeface="Microsoft JhengHei"/>
              </a:rPr>
              <a:t>NOT AN ANIMATION · 非僅是動畫</a:t>
            </a:r>
          </a:p>
          <a:p>
            <a:pPr algn="l"/>
            <a:r>
              <a:rPr sz="2300" b="1">
                <a:solidFill>
                  <a:srgbClr val="FFFFFF"/>
                </a:solidFill>
              </a:rPr>
              <a:t>Progress That Reflects Real Work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反映真實進度的顯示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Sequences are now submitted one at a time, so each reply is one sequence genuinely finished — the bar tracks work, not a timer.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序列改為逐條送出，每一個回應就是一條真正完成——進度條反映實際工作量，而非計時器。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Remaining time is extrapolated from how long this run has actually taken, so it self-corrects as the model warms up.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剩餘時間由本次實際耗時推算，模型預熱後會自動修正。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Results appear row by row as they complete, with the AMP / Non-AMP counts updating live.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結果逐列出現，抗菌肽／非抗菌肽的統計同步更新。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A2A2A"/>
                </a:solidFill>
                <a:latin typeface="Calibri"/>
              </a:rPr>
              <a:t>•  A Stop button ends a long run and keeps every result already computed.</a:t>
            </a:r>
          </a:p>
          <a:p>
            <a:pPr>
              <a:spcAft>
                <a:spcPts val="1100"/>
              </a:spcAft>
            </a:pPr>
            <a:r>
              <a:rPr sz="1400">
                <a:solidFill>
                  <a:srgbClr val="6B6B6B"/>
                </a:solidFill>
                <a:latin typeface="Microsoft JhengHei"/>
              </a:rPr>
              <a:t>    「停止」按鈕可中斷長時間運行，並保留已算出的所有結果。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2578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Measured on a 6-sequence run: estimate converged 44s → 23s → 12s → 7s → 3s as it progressed.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Microsoft JhengHei"/>
              </a:rPr>
              <a:t>以 6 條序列實測：預估時間隨進度收斂 44 → 23 → 12 → 7 → 3 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Peptide Entry Page — Rebuilt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肽資料頁——重新打造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554480"/>
          <a:ext cx="9966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017520"/>
                <a:gridCol w="3017520"/>
              </a:tblGrid>
              <a:tr h="5486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Measure 項目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Before 之前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Microsoft JhengHei"/>
                        </a:rPr>
                        <a:t>After 之後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Page height 頁面高度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2,536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1,514 px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Rows displayed 顯示列數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21 (16 empty 空白)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5 (empties hidden 收入選項)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Design language 設計語彙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utility defaults 預設樣式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Microsoft JhengHei"/>
                        </a:rPr>
                        <a:t>matches site 與全站一致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" y="41148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2A2A"/>
                </a:solidFill>
                <a:latin typeface="Calibri"/>
              </a:rPr>
              <a:t>This page is where every search and cluster click lands, yet it was the least designed page on the 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262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2A2A"/>
                </a:solidFill>
                <a:latin typeface="Microsoft JhengHei"/>
              </a:rPr>
              <a:t>所有搜尋與分群點擊最終都會進入此頁，它卻是全站設計最薄弱的一頁。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3333"/>
                </a:solidFill>
                <a:latin typeface="Calibri"/>
              </a:rPr>
              <a:t>It also used a teal label colour that appears nowhere else in the design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3333"/>
                </a:solidFill>
                <a:latin typeface="Microsoft JhengHei"/>
              </a:rPr>
              <a:t>該頁還使用了一種全站其他地方都沒有的青綠色標籤。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What the Entry Page Gained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肽資料頁新增了什麼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The sequence now leads the page — monospace, grouped in tens as sequence databases print it, with residue count and net charge.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序列成為頁面主角——等寬字體、每十個殘基分組（序列資料庫的慣例），並附殘基數與淨電荷。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Copy FASTA, and a Predict activity button that hands the sequence straight to the Ensemble page pre-filled.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可複製 FASTA，並新增「預測活性」按鈕，直接將序列帶入集成預測頁。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Identifiers became real links — PDB to RCSB, UniProt to UniProt, PubMed to NCBI. They were plain text before.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識別碼改為真實連結——PDB 連 RCSB、UniProt 連 UniProt、PubMed 連 NCBI；過去僅是純文字。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Empty fields collapse behind a toggle instead of padding the page with two thirds "N/A".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空白欄位收入展開選項，不再用三分之二的「N/A」填滿版面。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The reference reads as a citation rather than four disconnected rows.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參考文獻以引文格式呈現，而非四個零散欄位。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1100" b="1">
                <a:solidFill>
                  <a:srgbClr val="E84545"/>
                </a:solidFill>
                <a:latin typeface="Microsoft JhengHei"/>
              </a:rPr>
              <a:t>LAYOUT BUG · 版面缺陷</a:t>
            </a:r>
          </a:p>
          <a:p>
            <a:pPr algn="l"/>
            <a:r>
              <a:rPr sz="2300" b="1">
                <a:solidFill>
                  <a:srgbClr val="FFFFFF"/>
                </a:solidFill>
              </a:rPr>
              <a:t>Search Results — Column Alignment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搜尋結果——欄位對齊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Metadata columns shifted position from row to row, and long taxonomy strings ran off the edge of the card.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各列的欄位位置逐列跡動，較長的分類字串還會超出卡片邊界。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  <a:latin typeface="Calibri"/>
              </a:rPr>
              <a:t>•  Cause: a 1fr grid track will not shrink below its content, so one long value widened its own column and pushed the rest out of line — which also stopped the existing truncation rule from ever taking effect.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6B6B6B"/>
                </a:solidFill>
                <a:latin typeface="Microsoft JhengHei"/>
              </a:rPr>
              <a:t>    原因：1fr 網格欄不會縮小至小於內容，因此單一長值擐寬自己的欄位並擠亂其他欄，也使原本的截斷規則完全失效。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Calibri"/>
              </a:rPr>
              <a:t>Result: the Length column now sits at the identical position on every row, and no value overflows its card.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262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Microsoft JhengHei"/>
              </a:rPr>
              <a:t>結果：長度欄位在每一列都位於相同位置，且沒有任何數值溢出卡片。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 wrap="square"/>
          <a:lstStyle/>
          <a:p>
            <a:pPr algn="l"/>
            <a:r>
              <a:rPr sz="2300" b="1">
                <a:solidFill>
                  <a:srgbClr val="FFFFFF"/>
                </a:solidFill>
              </a:rPr>
              <a:t>Summary</a:t>
            </a:r>
          </a:p>
          <a:p>
            <a:pPr algn="l"/>
            <a:r>
              <a:rPr sz="1500">
                <a:solidFill>
                  <a:srgbClr val="CCCCCC"/>
                </a:solidFill>
                <a:latin typeface="Microsoft JhengHei"/>
              </a:rPr>
              <a:t>總結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Long predictions now report genuine progress and stream their results, instead of looking frozen.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長時間預測現在會回報真實進度並逐步輸出結果，不再看似卡住。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The peptide entry page was rebuilt around the sequence and now matches the rest of the site.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肽資料頁以序列為核心重建，並與全站設計一致。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A long-standing layout bug in search results was traced to its cause and fixed.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搜尋結果長期存在的版面問題已找出根本原因並修正。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2A2A2A"/>
                </a:solidFill>
                <a:latin typeface="Calibri"/>
              </a:rPr>
              <a:t>•  All previously verified pages remain pixel-identical; the production build is clean.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6B6B6B"/>
                </a:solidFill>
                <a:latin typeface="Microsoft JhengHei"/>
              </a:rPr>
              <a:t>    先前已驗證的頁面仍保持像素一致，正式建置無錯誤。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