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Microsoft JhengHei"/>
              </a:rPr>
              <a:t>PLATFORM &amp; INTERFACE UPDATE · 平台與介面更新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Interface Audit &amp; Model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DDDDD"/>
                </a:solidFill>
                <a:latin typeface="Microsoft JhengHei"/>
              </a:rPr>
              <a:t>介面檢核與模型優化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  <a:latin typeface="Calibri"/>
              </a:rPr>
              <a:t>Faster loading, corrected figures, and repairs to interface elements that were silently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Microsoft JhengHei"/>
              </a:rPr>
              <a:t>提升載入速度、修正錯誤數據，並修復默默失效的介面元件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ADAM — Antimicrobial Peptide Database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Model Update: Larger Training Sample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模型更新：擴大訓練樣本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88720" y="1554480"/>
          <a:ext cx="97840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2103120"/>
                <a:gridCol w="2011680"/>
              </a:tblGrid>
              <a:tr h="7010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ESMC configuration 設定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Samples 樣本數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Accuracy 準確度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Std. dev 標準差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Previous 舊版本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93.62%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± 0.78%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Updated 新版本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94.39%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± 0.34%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Accuracy rose 0.77 points, and fold-to-fold variance more than halved — the model is now measurably more stable.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準確度提升 0.77 個百分點，折間變異減少超過一半——模型穩定性明顯提高。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SVM was also raised to 12,000 samples but stayed at 83%: 20 composition features saturate long before this much data.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SVM 同步擴大至 12,000 筆但仍為 83%：20 維組成特徵早在資料量達此前已饱和。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HMM and FLM already train on the full dataset, so no cap applied to them.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HMM 與 FLM 原本即使用全部資料訓練，不受此上限影響。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Performance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效能改善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1920240"/>
              </a:tblGrid>
              <a:tr h="5943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Metric 項目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Before 之前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After 之後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Change 變化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Initial JavaScript bundle 初始包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639.8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269.3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−58%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Compressed (gzip) 壓縮後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175.5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82.4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−53%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Google Fonts requests 字型請求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13 × @import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1 × &lt;link&gt;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−12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Routes are now loaded on demand, so opening the homepage no longer downloads the search, clustering and prediction pages.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頁面改為按需載入，進入首頁時不再一併下載搜尋、分群與預測頁面。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Fonts were loaded by @import inside injected stylesheets, which the browser cannot even discover until React mounts. A plain &lt;link&gt; starts them during HTML parsing.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字型原本以 @import 寫在動態樣式中，瀏覽器必須等 React 挂載後才能發現；改用 &lt;link&gt; 則在解析 HTML 時即開始載入。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DATA ACCURACY · 資料正確性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Corrected Figures Shown to Users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修正對外顯示的錯誤數據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0020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Figure 項目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Displayed 原顯示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Actual 實際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Peptide entries 肽筆數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6,248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26,788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Unique sequences 獨特序列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3,891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26,784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Organism sources 來源物種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4,038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Activity classes 活性分類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61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Search page count 搜尋頁筆數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12,535+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26,788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Calibri"/>
              </a:rPr>
              <a:t>All five were hard-coded text that had drifted from the dataset — understating it by up to 28×.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66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Microsoft JhengHei"/>
              </a:rPr>
              <a:t>這五項皆為寫死的文字，已與實際資料脱節，最多低估達 28 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15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3333"/>
                </a:solidFill>
                <a:latin typeface="Calibri"/>
              </a:rPr>
              <a:t>Now served from a /api/stats endpoint computed from the database, so they cannot go stale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80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3333"/>
                </a:solidFill>
                <a:latin typeface="Microsoft JhengHei"/>
              </a:rPr>
              <a:t>現改由 /api/stats 由資料庫即時計算，不會再次过時。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Interface Elements That Were Silently Broken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默默失效的介面元件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Invisible content: fade-in sections start fully transparent, so anything the scroll observer missed never appeared at all. The homepage module grid rendered as an empty grey block.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內容消失：淡入區塊初始為完全透明，若滾動監測漏接，內容將永不顯示。首頁功能區曾因此顯示為空白塊。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An undefined colour variable left the search icon with no stroke and the result-count badge with no background — white text on white.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未定義的顏色變數，導致搜尋圖示沒有線條、結果筆數標記沒有背景——白底白字。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On phones the Clustering List, Prediction System and Help links were hidden with no menu to replace them — those pages were unreachable.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手機版中「分群清單」「預測系統」「說明」連結被隱藏且無替代選單——這些頁面無法進入。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 folder name typed in the wrong case built fine on Windows but would fail on any Linux server — i.e. on deployment.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資料夾名稱大小寫錯誤，在 Windows 可正常建置，但在 Linux 伺服器上會失敗——即部署時。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CSV export did not quote fields, so a peptide name containing a comma shifted every following column.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CSV 匯出未加引號，若肽名稱含逗號，後續欄位全數錯位。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New Interface Affordances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新增介面功能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Model accuracy now appears on each selection card. The page asks users to choose a model but previously showed no accuracy at all.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模型選擇卡片現已顯示準確度。該頁要求使用者選擇模型，過去卻完全未提供準確度。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Probabilities render as percentages with a confidence bar, so a long result table can be read at a glance.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機率值改以百分比搭配信心條顯示，長表格可一眼讀完。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Bars are deliberately not shown for SVM and HMM: those emit unbounded scores, and a proportional bar would imply a ceiling that does not exist.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SVM 與 HMM 刻意不顯示條狀圖：其分數無上下界，比例條會暮示一個不存在的上限。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page scrolls to the results when a prediction finishes — after a ten-second FLM run it previously looked as though nothing had happened.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預測完成時自動捲動至結果——過去 FLM 執行十秒後，畫面看似毫無反應。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Non-standard residues are flagged as you type, instead of being stripped server-side and scored as a different sequence.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非標準殘基在輸入時即標示，不再被伺服器默默移除並以不同序列計分。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METHOD · 驗證方法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How the Design Was Protected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如何確保設計未被改變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Every page was screenshotted before and after each change and compared by checksum, so any unintended visual difference would show up immediately.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每項修改前後均對所有頁面截圖並以摸集碼比對，任何非預期的視覺差異都會立即現形。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four prediction pages were merged into one shared component (1,232 lines → 497). The merged pages hashed byte-for-byte identical to the originals.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四個預測頁面整合為單一元件（1,232 行 → 497 行）。整合後的頁面摸集碼與原版完全相同。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Colours and typography were left untouched throughout; only elements that were broken or missing information were changed.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全程未更動任何顏色與字體；僅修正已損壞或資訊缺失的元件。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Six pages verified pixel-identical after refactoring — the design is provably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Microsoft JhengHei"/>
              </a:rPr>
              <a:t>六個頁面經驗證像素完全一致——設計可證明未遭更動。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Summary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ESMC improved again to 94.4% with half the variance, by doubling the training sample.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ESMC 透過倍增訓練樣本再次提升至 94.4%，變異減半。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The interface loads roughly twice as fast, with 58% less JavaScript on first visit.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介面載入速度約提升一倍，首次進入所需 JavaScript 減少 58%。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Five publicly displayed figures were wrong and are now computed from the database.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五項對外顯示的數據原本錯誤，現改由資料庫即時計算。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Several interface elements were failing silently — invisible content, an unreachable mobile menu, and a build that would break on deployment.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多項介面元件原本默默失效——內容隱形、手機選單無法進入、以及部署時會失敗的建置。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